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 / 出海赛道分析</a:t>
            </a: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  ·  数据分析 / 商业分析 / 产品方向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2026 秋招  ·  项目叙事版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我上一份工作在一家做自有品牌出海的公司做亚马逊运营，卖阀门/管件、实验室仪器、封口机这类偏专业的产品，在售 SKU 超过 1000 个。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经营上我们把品类做深做全：同一类阀门按通径、材质和螺纹标准展开，两通/三通、1/2 到 2 英寸、不锈钢/黄铜/PVC 都会配齐。客户多是工程师、实验室或做自动化改造的人，下单前会核对型号参数。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我负责日常运营，也参与新品选品。给新品定价前先算单件 ROI，再决定广告投入和备货节奏。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让我一直没想通的是：单个 SKU 怎么算都能盈利，公司整体却没以前那么赚钱了。这只是我听来的说法，未必准确，可能也和广告投放的调整有关。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我怀疑问题出在两处：平台拿走的佣金、仓储和广告费用，或是我们这种把 SKU 铺得很开的打法本身有问题。</a:t>
            </a:r>
          </a:p>
          <a:p>
            <a:pPr>
              <a:spcAft>
                <a:spcPts val="15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为了解决自己的疑惑，我决定用数据验证：不用现成数据集，用上市公司财报和海关官方数据，从行业层面重新分析。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赛道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出海这门生意整体还有多大？还在涨吗？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vs 铺货，谁更赚钱、更可持续？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市场/渠道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欧洲怎么选？依赖平台是不是问题？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创业视角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从活下来的公司反推：怎么起步才能活得久、何时该转型？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含义：门槛低、进入多、竞争激烈，也解释“起得快、倒得多”</a:t>
            </a:r>
          </a:p>
        </p:txBody>
      </p:sp>
      <p:pic>
        <p:nvPicPr>
          <p:cNvPr id="5" name="Picture 4" descr="m2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28800"/>
            <a:ext cx="5120640" cy="2499360"/>
          </a:xfrm>
          <a:prstGeom prst="rect">
            <a:avLst/>
          </a:prstGeom>
        </p:spPr>
      </p:pic>
      <p:pic>
        <p:nvPicPr>
          <p:cNvPr id="6" name="Picture 5" descr="m2_export_destin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4160520"/>
            <a:ext cx="5120640" cy="2837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</a:p>
        </p:txBody>
      </p:sp>
      <p:pic>
        <p:nvPicPr>
          <p:cNvPr id="5" name="Picture 4" descr="m3_margin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</a:p>
        </p:txBody>
      </p:sp>
      <p:pic>
        <p:nvPicPr>
          <p:cNvPr id="5" name="Picture 4" descr="m3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5315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</a:p>
        </p:txBody>
      </p:sp>
      <p:pic>
        <p:nvPicPr>
          <p:cNvPr id="5" name="Picture 4" descr="m3b_anker_cash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103120"/>
            <a:ext cx="5120640" cy="20200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VALIDATION · 验证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结论之前，我先做三件事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① 数据抽查：安克 2025 营收 305.1 亿 与公开报道核对一致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② 交叉验证：调节表（存货 -20 亿）↔ 资产负债表（存货 +17.6 亿）互相印证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③ 主动声明局限：上市公司是幸存者（幸存者偏差）；欧美细分只有致欧披露；吉宏含包装需看分部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结论只到证据能到的地方：安克备货是主动还是被动？→ 标“待年报附注确认”，不下定论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四个可以带走、也能被追问的判断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12848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① 模式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0312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44952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246120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② 市场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078224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79392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③ 现金流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169663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111496"/>
            <a:ext cx="658368" cy="84124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312664"/>
            <a:ext cx="6583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</a:rPr>
              <a:t>④ 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202936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REFLECTION · 复盘</a:t>
            </a: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做得好的 &amp; 下次能更好的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做得好的：从亲身困惑出发 / 三层框架 / 现金流深挖 / 把结论做成工具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不足与边界：销售费用没拆“广告 vs 佣金”；缺 2026H1 与关税影响；供应商报价、需求热度这类私有数据只能给框架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如果重来：会更早看现金流量表；先用少量行业访谈补定性，再用数据验证定量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可迁移：这套“提问 → 取数 → 验证 → 结论 → 工具化”的流程，适用于任何行业研究 / 商业分析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1B2430"/>
                </a:solidFill>
                <a:latin typeface="微软雅黑"/>
              </a:rPr>
              <a:t>数据之外，我更想让你看到的，是我的思考方式：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会提问 —— 从一句“公司怎么不赚钱”出发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会验证 —— 公开数据也能做严谨的研究：口径、抽查、交叉验证、写清局限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会落地 —— 把结论做成能用的工具，而不只是报告</a:t>
            </a:r>
          </a:p>
          <a:p>
            <a:pPr>
              <a:spcAft>
                <a:spcPts val="1000"/>
              </a:spcAft>
            </a:pPr>
            <a:r>
              <a:rPr sz="1650" b="0">
                <a:solidFill>
                  <a:srgbClr val="5B6470"/>
                </a:solidFill>
                <a:latin typeface="微软雅黑"/>
              </a:rPr>
              <a:t>会复盘 —— 知道自己哪里好、哪里还能更好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5760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微软雅黑"/>
              </a:rPr>
              <a:t>Xuefei Wang · 2026.09 · 联系与更多材料见简历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