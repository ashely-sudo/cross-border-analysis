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上一份工作：亚马逊运营，卖 1000+ SKU 的工业阀门（品牌 U.S. Solid）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职责覆盖：新品选品 / 定价 / 广告 / 库存，会为每个新品算 ROI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一个让我困惑的现象：单 SKU 定价时 ROI 算得过来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但公司整体却是“利润挺高、越来越不赚钱”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我始终在想：钱到底被谁赚走了？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是平台（佣金 / 仓储 / 广告）？还是我们自己的模式问题？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于是决定：不套用现成数据集，用公开财报 + 官方数据，自己做一次行业级验证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我的经历：U.S. Solid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REFLECTION · 复盘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做得好的 &amp; 下次能更好的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做得好的：从亲身困惑出发 / 三层框架 / 现金流深挖 / 把结论做成工具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不足与边界：销售费用没拆“广告 vs 佣金”；缺 2026H1 与关税影响；供应商报价、需求热度这类私有数据只能给框架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如果重来：会更早看现金流量表；先用少量行业访谈补定性，再用数据验证定量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可迁移：这套“提问 → 取数 → 验证 → 结论 → 工具化”的流程，适用于任何行业研究 / 商业分析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B2430"/>
                </a:solidFill>
                <a:latin typeface="微软雅黑"/>
              </a:rPr>
              <a:t>数据之外，我更想让你看到的，是我的思考方式：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会提问 —— 从一句“公司怎么不赚钱”出发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会验证 —— 公开数据也能做严谨的研究：口径、抽查、交叉验证、写清局限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会落地 —— 把结论做成能用的工具，而不只是报告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会复盘 —— 知道自己哪里好、哪里还能更好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微软雅黑"/>
              </a:rPr>
              <a:t>Xuefei Wang · 2026.09 · 联系与更多材料见简历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