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  <a:endParaRPr sz="4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  <a:endParaRPr sz="1900" b="0">
              <a:solidFill>
                <a:srgbClr val="5B6470"/>
              </a:solidFill>
              <a:latin typeface="微软雅黑"/>
            </a:endParaRP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  <a:endParaRPr sz="1350" b="0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  <a:endParaRPr sz="130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  <a:endParaRPr sz="130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3833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</a:t>
            </a:r>
            <a:r>
              <a:rPr lang="zh-CN" sz="1550" b="0">
                <a:solidFill>
                  <a:srgbClr val="1B2430"/>
                </a:solidFill>
                <a:latin typeface="微软雅黑"/>
              </a:rPr>
              <a:t>较前几年下降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。为什么“单品盈利”没有带来“整体赚钱”？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行业层面：增速放缓、参与者变多，流量与广告成本可能被推高；② 模式层面：精品/铺货/长尾的费用结构不同，销售费用率对净利率影响大；③ 市场与渠道：不同市场与渠道的毛利、费用、本地化门槛存在差异，可能影响整体盈利；④ 资金层面：备货与回款占用资金，盈利与现金流未必同步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以 5 家上市公司为样本，用公开财报和海关数据，从行业、公司、现金流三个层面验证：哪些因素真正解释了“单品盈利却没带来整体赚钱”。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行业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这盘生意还有多大、还在涨吗？为什么门槛低、倒得也多？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/ 铺货 / 长尾，谁的利润更能留下来？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市场与渠道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欧洲、平台 vs 独立站，如何影响毛利与费用？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经营与资金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为什么“单品盈利”没带来“整体赚钱”？现金流是不是生死线？怎么起步才能活得久？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856595" cy="2291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  <a:endParaRPr sz="160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40485"/>
            <a:ext cx="10863580" cy="23031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985" y="3510280"/>
            <a:ext cx="5120640" cy="2780665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51028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DATA · 进入与退出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112329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3295015"/>
            <a:ext cx="5120640" cy="28365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6294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  <a:endParaRPr sz="1350" b="1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  <a:endParaRPr sz="1500" b="1">
              <a:solidFill>
                <a:srgbClr val="1B2430"/>
              </a:solidFill>
              <a:latin typeface="微软雅黑"/>
            </a:endParaRP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2385" y="3111500"/>
            <a:ext cx="5120640" cy="28733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0970"/>
            <a:ext cx="1083246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3225800"/>
            <a:ext cx="7174865" cy="2830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862945" cy="153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  <a:endParaRPr sz="16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73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四个判断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" y="1965960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965960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90088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2990088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014216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4014216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38344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95728" y="5038344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14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3740</Words>
  <Application>WPS 文字</Application>
  <PresentationFormat>On-screen Show (4:3)</PresentationFormat>
  <Paragraphs>247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宋体</vt:lpstr>
      <vt:lpstr>汉仪书宋二KW</vt:lpstr>
      <vt:lpstr>微软雅黑</vt:lpstr>
      <vt:lpstr>Arial Unicode MS</vt:lpstr>
      <vt:lpstr>微软雅黑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小小</cp:lastModifiedBy>
  <cp:revision>2</cp:revision>
  <dcterms:created xsi:type="dcterms:W3CDTF">2026-09-06T08:26:20Z</dcterms:created>
  <dcterms:modified xsi:type="dcterms:W3CDTF">2026-09-06T08:26:20Z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E6E0DE019BFF0C0FAC239D6AA48F8976_42</vt:lpwstr>
  </property>
  <property fmtid="{D5CDD505-2E9C-101B-9397-08002B2CF9AE}" pid="3" name="KSOProductBuildVer">
    <vt:lpwstr>2052-12.1.21861.21861</vt:lpwstr>
  </property>
</Properties>
</file>