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ross-border-analysis.streamlit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57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B2430"/>
                </a:solidFill>
                <a:latin typeface="微软雅黑"/>
              </a:rPr>
              <a:t>中国跨境电商出海赛道分析</a:t>
            </a:r>
            <a:endParaRPr sz="44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1400"/>
              </a:spcBef>
            </a:pPr>
            <a:r>
              <a:rPr sz="1900" b="0">
                <a:solidFill>
                  <a:srgbClr val="5B6470"/>
                </a:solidFill>
                <a:latin typeface="微软雅黑"/>
              </a:rPr>
              <a:t>一个从亲身经历出发、用公开数据验证的行业研究</a:t>
            </a:r>
            <a:endParaRPr sz="1900" b="0">
              <a:solidFill>
                <a:srgbClr val="5B6470"/>
              </a:solidFill>
              <a:latin typeface="微软雅黑"/>
            </a:endParaRPr>
          </a:p>
          <a:p>
            <a:pPr>
              <a:spcBef>
                <a:spcPts val="1000"/>
              </a:spcBef>
            </a:pPr>
            <a:r>
              <a:rPr sz="1350" b="0">
                <a:solidFill>
                  <a:srgbClr val="2F5AA8"/>
                </a:solidFill>
                <a:latin typeface="微软雅黑"/>
              </a:rPr>
              <a:t>5 家上市公司 · 精品 vs 铺货 · 现金流深挖 · 创业决策工作台</a:t>
            </a:r>
            <a:endParaRPr sz="1350" b="0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1371600" cy="41148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0584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5B6470"/>
                </a:solidFill>
                <a:latin typeface="微软雅黑"/>
              </a:rPr>
              <a:t>Xuefei Wang</a:t>
            </a:r>
            <a:endParaRPr sz="130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WHY · 起点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我为什么做这个项目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83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背景：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我上一份工作在一家做自有品牌出海的公司做亚马逊运营，卖阀门/管件、实验室仪器、封口机这类偏专业的产品，在售 SKU 超过 1000 个。</a:t>
            </a:r>
            <a:endParaRPr sz="155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经营模式：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同一类阀门按通径、材质和螺纹标准展开，两通/三通、1/2 到 2 英寸、不锈钢/黄铜/PVC 都会配齐。客户多是工程师、实验室或做自动化改造的人，下单前会核对型号参数。</a:t>
            </a:r>
            <a:endParaRPr sz="155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负责工作：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日常运营及新品选品，通过市场调研、竞品分析和单件 ROI 测算，制定新品定价、广告投入及备货策略。</a:t>
            </a:r>
            <a:endParaRPr sz="155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问题：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跨境电商怎么赚钱、怎么走得长远，受哪些因素影响？平台佣金、广告、库存与现金流，如何改变一家公司的盈利结构？</a:t>
            </a:r>
            <a:r>
              <a:rPr lang="zh-CN" sz="1550" b="0">
                <a:solidFill>
                  <a:srgbClr val="1B2430"/>
                </a:solidFill>
                <a:latin typeface="微软雅黑"/>
              </a:rPr>
              <a:t/>
            </a:r>
            <a:r>
              <a:rPr sz="1550" b="0">
                <a:solidFill>
                  <a:srgbClr val="1B2430"/>
                </a:solidFill>
                <a:latin typeface="微软雅黑"/>
              </a:rPr>
              <a:t/>
            </a:r>
            <a:endParaRPr sz="155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猜测：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① 行业层面：增速放缓、参与者变多，流量与广告成本可能被推高；② 模式层面：精品/铺货/长尾的费用结构不同，销售费用率对净利率影响大；③ 市场与渠道：不同市场与渠道的毛利、费用、本地化门槛存在差异，可能影响整体盈利；④ 资金层面：备货与回款占用资金，盈利与现金流未必同步</a:t>
            </a:r>
            <a:endParaRPr sz="155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F5AA8"/>
                </a:solidFill>
                <a:latin typeface="微软雅黑"/>
              </a:rPr>
              <a:t>验证：</a:t>
            </a:r>
            <a:r>
              <a:rPr sz="1550" b="0">
                <a:solidFill>
                  <a:srgbClr val="1B2430"/>
                </a:solidFill>
                <a:latin typeface="微软雅黑"/>
              </a:rPr>
              <a:t>以 5 家上市公司为样本，用公开财报和海关数据，从行业、公司、现金流三个层面验证：哪些因素真正决定了跨境电商公司能不能赚钱、能不能走得长远。</a:t>
            </a:r>
            <a:endParaRPr sz="1550" b="0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02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QUESTION · 问题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我把“怎么赚钱、怎么走得长远”拆成四个可量化的问题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① 行业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这盘生意还有多大、还在涨吗？为什么门槛低、倒得也多？</a:t>
            </a:r>
            <a:endParaRPr sz="12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6364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965960"/>
            <a:ext cx="64008" cy="169164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② 模式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精品 / 铺货 / 长尾，谁的利润更能留下来？</a:t>
            </a:r>
            <a:endParaRPr sz="12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77639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2394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③ 市场与渠道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北美 vs 欧洲、平台 vs 独立站，如何影响毛利与费用？</a:t>
            </a:r>
            <a:endParaRPr sz="12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3977639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77639"/>
            <a:ext cx="64008" cy="169164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2394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430"/>
                </a:solidFill>
                <a:latin typeface="微软雅黑"/>
              </a:rPr>
              <a:t>④ 经营与资金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5B6470"/>
                </a:solidFill>
                <a:latin typeface="微软雅黑"/>
              </a:rPr>
              <a:t>为什么利润和现金流经常对不上？现金流是不是生死线，如何判断该转型？</a:t>
            </a:r>
            <a:endParaRPr sz="12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03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METHOD · 方法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数据怎么来：全部公开、可核验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874520"/>
            <a:ext cx="10856595" cy="229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B2430"/>
                </a:solidFill>
                <a:latin typeface="微软雅黑"/>
              </a:rPr>
              <a:t>▪ 对象：5 家 A 股上市公司（安克创新 / 致欧科技 / 赛维时代 / 华凯易佰 / 吉宏股份）</a:t>
            </a:r>
            <a:endParaRPr sz="1600" b="1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450" b="0">
                <a:solidFill>
                  <a:srgbClr val="5B6470"/>
                </a:solidFill>
                <a:latin typeface="微软雅黑"/>
              </a:rPr>
              <a:t>— 数据：多期财务摘要 + 主营构成 + 现金流量表/资产负债表（akshare 采集，与公开报道抽查核对）</a:t>
            </a:r>
            <a:endParaRPr sz="1450" b="0">
              <a:solidFill>
                <a:srgbClr val="5B647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450" b="0">
                <a:solidFill>
                  <a:srgbClr val="5B6470"/>
                </a:solidFill>
                <a:latin typeface="微软雅黑"/>
              </a:rPr>
              <a:t>— 宏观：海关总署跨境电商进出口数据 + 行业公开统计</a:t>
            </a:r>
            <a:endParaRPr sz="1450" b="0">
              <a:solidFill>
                <a:srgbClr val="5B647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B2430"/>
                </a:solidFill>
                <a:latin typeface="微软雅黑"/>
              </a:rPr>
              <a:t>▪ 三层框架：宏观（行业规模）→ 中观（公司对比）→ 微观（现金流验证）</a:t>
            </a:r>
            <a:endParaRPr sz="1600" b="1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▪ 为什么是这 5 家：同属“跨境卖家”，覆盖 精品/铺货/长尾 × 北美/欧洲/东南亚 × 平台/独立站</a:t>
            </a:r>
            <a:endParaRPr sz="160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B2430"/>
                </a:solidFill>
                <a:latin typeface="微软雅黑"/>
              </a:rPr>
              <a:t>▪ 合规：全部公开数据，无爬取；每个口径都记录在数据字典</a:t>
            </a:r>
            <a:endParaRPr sz="1600" b="0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04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① · 赛道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行业还在增长，但增速换挡、格局极度分散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340485"/>
            <a:ext cx="10863580" cy="1933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2025 终核 2.84 万亿元（出口 2.27 万亿），同比 +4.8%（前几年 +10~15%）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美国仍是第一大出口目的国，占比约 36.2%</a:t>
            </a:r>
            <a:endParaRPr sz="1500" b="0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5 家龙头 2025 营收合计 ≈ 668.8 亿 ≈ 出口额的 2.9%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最大的安克 ≈ 1.3% —— 行业高度分散、长尾玩家众多</a:t>
            </a:r>
            <a:endParaRPr sz="1350" b="0">
              <a:solidFill>
                <a:srgbClr val="5B647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含义：门槛低、进入多、竞争激烈</a:t>
            </a:r>
            <a:endParaRPr sz="13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05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pic>
        <p:nvPicPr>
          <p:cNvPr id="9" name="Picture 8" descr="m2_market_siz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3429635"/>
            <a:ext cx="4852035" cy="2861310"/>
          </a:xfrm>
          <a:prstGeom prst="rect">
            <a:avLst/>
          </a:prstGeom>
        </p:spPr>
      </p:pic>
      <p:pic>
        <p:nvPicPr>
          <p:cNvPr id="10" name="Picture 9" descr="m2_export_dest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155" y="3429635"/>
            <a:ext cx="3499485" cy="2917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DATA · 进入与退出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支撑数据：这个行业进得有多快、洗牌有多快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64008" cy="182880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08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体量 · 官方口径</a:t>
            </a:r>
            <a:endParaRPr sz="145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跨境电商主体超 12 万家（约占近 70 万家有进出口记录经营主体的 1/6）；2024 进出口 2.63 万亿、+10.8%。来源：商务部 / 经济日报 2025-02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63640" y="1874519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874519"/>
            <a:ext cx="64008" cy="182880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208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新增进入 ① · 企查查</a:t>
            </a:r>
            <a:endParaRPr sz="145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2023 注册 5,818 家（+44%）→ 2024 注册 8,598 家（+47%）→ 2025 前 4 月 5,080 家（+173%）；现存 2.89 万家（2025-05）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64008" cy="182880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782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新增进入 ② · 天眼查</a:t>
            </a:r>
            <a:endParaRPr sz="145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现存超 3.4 万家（2025-09）；2024 新增 7,000+（较 2023 约 +50%）；2025 已新增 1.3 万+；成立不足 1 年的企业占 46.7%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3931920"/>
            <a:ext cx="5349240" cy="18288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31920"/>
            <a:ext cx="64008" cy="1828800"/>
          </a:xfrm>
          <a:prstGeom prst="rect">
            <a:avLst/>
          </a:prstGeom>
          <a:solidFill>
            <a:srgbClr val="C9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78224"/>
            <a:ext cx="493775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>
                <a:solidFill>
                  <a:srgbClr val="1B2430"/>
                </a:solidFill>
                <a:latin typeface="微软雅黑"/>
              </a:rPr>
              <a:t>退出 · 可见案例</a:t>
            </a:r>
            <a:endParaRPr sz="145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150" b="0">
                <a:solidFill>
                  <a:srgbClr val="5B6470"/>
                </a:solidFill>
                <a:latin typeface="微软雅黑"/>
              </a:rPr>
              <a:t>网经社“死亡名单”：2022 年 31 家 → 2023 年 11 家 → 2024 年 50 家（+354.5%）。仅统计有知名度的倒闭/关停，不是退出总数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口径提醒：官方“主体 12 万”≠工商注册“2.9~3.4 万家”（多数卖家经营范围不含“跨境电商”字样）；企查查/天眼查不能混比；退出无官方逐年统计，故只做定性判断。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06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② · 模式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精品 vs 铺货：销售费用率是分水岭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12329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安克（精品品牌）：毛利 45% + 销售费用 22% → 净利 8.3%、营收 +23.5%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赛维（铺货）：毛利 43% 不低，但销售费用 35% → 净利只剩 2.4%</a:t>
            </a:r>
            <a:endParaRPr sz="1500" b="0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华凯易佰（铺货）：净利 1.6%、增速 +1.2% —— 增收不增利、增长见顶</a:t>
            </a:r>
            <a:endParaRPr sz="1350" b="0">
              <a:solidFill>
                <a:srgbClr val="5B647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结论：毛利率高 ≠ 赚钱，费用结构才是模式分水岭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精品靠产品力与复购压低“流量税”，铺货靠买量，天然更重</a:t>
            </a:r>
            <a:endParaRPr sz="13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07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pic>
        <p:nvPicPr>
          <p:cNvPr id="8" name="Picture 7" descr="m3_margin_202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3295015"/>
            <a:ext cx="5120640" cy="2836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METHOD · 分类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我怎么定义“精品 vs 铺货”：四个可核对的信号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研发 / 产品投入</a:t>
            </a:r>
            <a:endParaRPr sz="14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精品高（私模、自研、专利）；铺货低（贴牌、公模、跟随选品）</a:t>
            </a:r>
            <a:endParaRPr sz="12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63640" y="196596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96596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1226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SKU 广度与打法</a:t>
            </a:r>
            <a:endParaRPr sz="14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精品少而聚焦、靠爆款+系列；铺货海量 SKU、上架测款跑概率</a:t>
            </a:r>
            <a:endParaRPr sz="12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7822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收入集中度</a:t>
            </a:r>
            <a:endParaRPr sz="14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精品头部品类占比高（安克充电储能 50.5%）；铺货分散在无数 SKU</a:t>
            </a:r>
            <a:endParaRPr sz="12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3931920"/>
            <a:ext cx="5349240" cy="1691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31920"/>
            <a:ext cx="64008" cy="1691640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78224"/>
            <a:ext cx="49377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430"/>
                </a:solidFill>
                <a:latin typeface="微软雅黑"/>
              </a:rPr>
              <a:t>销售费用率与流量</a:t>
            </a:r>
            <a:endParaRPr sz="1400" b="1">
              <a:solidFill>
                <a:srgbClr val="1B2430"/>
              </a:solidFill>
              <a:latin typeface="微软雅黑"/>
            </a:endParaRPr>
          </a:p>
          <a:p>
            <a:pPr>
              <a:spcBef>
                <a:spcPts val="500"/>
              </a:spcBef>
            </a:pPr>
            <a:r>
              <a:rPr sz="1200" b="0">
                <a:solidFill>
                  <a:srgbClr val="5B6470"/>
                </a:solidFill>
                <a:latin typeface="微软雅黑"/>
              </a:rPr>
              <a:t>精品较低（品牌词/复购）；铺货高（广告买量，靠流量吃饭）</a:t>
            </a:r>
            <a:endParaRPr sz="12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B6470"/>
                </a:solidFill>
                <a:latin typeface="微软雅黑"/>
              </a:rPr>
              <a:t>说明：这是“谱带”不是“开关”——判断看经营结构，而非有没有品牌名。</a:t>
            </a:r>
            <a:endParaRPr sz="12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08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METHOD · 定位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5 家上市公司落在哪里 + 三种原型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0195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安克创新</a:t>
            </a:r>
            <a:endParaRPr sz="135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19019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精品品牌</a:t>
            </a:r>
            <a:endParaRPr sz="130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03520" y="1901952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研发 9.5% 全场最高；充电储能占 50.5%；品牌+私模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633472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0662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致欧科技</a:t>
            </a:r>
            <a:endParaRPr sz="135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70662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目录式长尾品牌</a:t>
            </a:r>
            <a:endParaRPr sz="130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3520" y="2706624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自有品牌矩阵、SKU 大而全；重产品设计而非铺货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3438144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1129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赛维时代</a:t>
            </a:r>
            <a:endParaRPr sz="135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351129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铺货（泛品）</a:t>
            </a:r>
            <a:endParaRPr sz="130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03520" y="3511296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数十万 SKU；研发 &lt;1%；销售费用 35.4%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4242816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华凯易佰</a:t>
            </a:r>
            <a:endParaRPr sz="135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40" y="43159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铺货（泛品）</a:t>
            </a:r>
            <a:endParaRPr sz="130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0" y="431596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海量 SKU + 综合服务；净利率 1.6%、增速 +1.2%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5047488"/>
            <a:ext cx="10881360" cy="71323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430"/>
                </a:solidFill>
                <a:latin typeface="微软雅黑"/>
              </a:rPr>
              <a:t>吉宏股份</a:t>
            </a:r>
            <a:endParaRPr sz="135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4640" y="5120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AA8"/>
                </a:solidFill>
                <a:latin typeface="微软雅黑"/>
              </a:rPr>
              <a:t>流量驱动（非典型）</a:t>
            </a:r>
            <a:endParaRPr sz="130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20" y="51206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B6470"/>
                </a:solidFill>
                <a:latin typeface="微软雅黑"/>
              </a:rPr>
              <a:t>社交电商/独立站投放为主；另含包装需分部看</a:t>
            </a:r>
            <a:endParaRPr sz="11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97B1E"/>
                </a:solidFill>
                <a:latin typeface="微软雅黑"/>
              </a:rPr>
              <a:t>我的经历：上一家公司 1000+ SKU 按规格矩阵做全 —— 第三种路径“目录式长尾品牌”。</a:t>
            </a:r>
            <a:endParaRPr sz="1250" b="1">
              <a:solidFill>
                <a:srgbClr val="C97B1E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09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③ · 市场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欧洲毛利更高，但天花板与本地化门槛并存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6294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致欧是唯一披露欧美细分的公司：欧洲毛利率 36.4% &gt; 美加 30.3%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但致欧增速 +7.1%，明显慢于北美为主的安克（+23.5%）</a:t>
            </a:r>
            <a:endParaRPr sz="1500" b="0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本地化门槛：VAT/EPR、多语言、产品标准</a:t>
            </a:r>
            <a:endParaRPr sz="1350" b="0">
              <a:solidFill>
                <a:srgbClr val="5B647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1">
                <a:solidFill>
                  <a:srgbClr val="5B6470"/>
                </a:solidFill>
                <a:latin typeface="微软雅黑"/>
              </a:rPr>
              <a:t>— 我的亲历：美国 NPT 螺纹 vs 欧洲 G 螺纹 → 同一品类要重做产品线</a:t>
            </a:r>
            <a:endParaRPr sz="1350" b="1">
              <a:solidFill>
                <a:srgbClr val="5B647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判断：美国走规模、欧洲赚毛利；先单点跑通再复制</a:t>
            </a:r>
            <a:endParaRPr sz="15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10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pic>
        <p:nvPicPr>
          <p:cNvPr id="8" name="Picture 7" descr="m3_revenu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4225" y="3111500"/>
            <a:ext cx="5406390" cy="3034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FINDING ④ · 现金流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利润 ≠ 现金：安克 2025 的“有利润没现金”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0970"/>
            <a:ext cx="10832465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安克 2025：归母净利 25.5 亿，经营现金流仅 4.8 亿（OCF/净利 ≈ 0.19）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B2430"/>
                </a:solidFill>
                <a:latin typeface="微软雅黑"/>
              </a:rPr>
              <a:t>▪ 追查调节附表：存货增加占用约 20 亿、应收增加约 6.6 亿</a:t>
            </a:r>
            <a:endParaRPr sz="1500" b="0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资产负债表交叉验证：存货余额 24 → 32 → 50 亿</a:t>
            </a:r>
            <a:endParaRPr sz="1350" b="0">
              <a:solidFill>
                <a:srgbClr val="5B6470"/>
              </a:solidFill>
              <a:latin typeface="微软雅黑"/>
            </a:endParaRP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B2430"/>
                </a:solidFill>
                <a:latin typeface="微软雅黑"/>
              </a:rPr>
              <a:t>▪ 这是跨境行业“账面赚钱、手里没现金”的典型：利润被货和应收占住了</a:t>
            </a:r>
            <a:endParaRPr sz="1500" b="1">
              <a:solidFill>
                <a:srgbClr val="1B2430"/>
              </a:solidFill>
              <a:latin typeface="微软雅黑"/>
            </a:endParaRPr>
          </a:p>
          <a:p>
            <a:pPr lvl="1">
              <a:spcAft>
                <a:spcPts val="1200"/>
              </a:spcAft>
            </a:pPr>
            <a:r>
              <a:rPr sz="1350" b="0">
                <a:solidFill>
                  <a:srgbClr val="5B6470"/>
                </a:solidFill>
                <a:latin typeface="微软雅黑"/>
              </a:rPr>
              <a:t>— 结论：规模扩张期，经营现金流才是生命线</a:t>
            </a:r>
            <a:endParaRPr sz="13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11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pic>
        <p:nvPicPr>
          <p:cNvPr id="8" name="Picture 7" descr="m3b_anker_cash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3620" y="3225800"/>
            <a:ext cx="6250305" cy="2937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7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CONCLUSION · 结论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四个判断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12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1965960"/>
            <a:ext cx="1481328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 模式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95728" y="1965960"/>
            <a:ext cx="9144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1B2430"/>
                </a:solidFill>
                <a:latin typeface="微软雅黑"/>
              </a:rPr>
              <a:t>销售费用率是分水岭：精品 22% vs 铺货 35%，毛利率高≠赚钱</a:t>
            </a:r>
            <a:endParaRPr sz="1550" b="0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2990088"/>
            <a:ext cx="1481328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 市场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95728" y="2990088"/>
            <a:ext cx="9144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1B2430"/>
                </a:solidFill>
                <a:latin typeface="微软雅黑"/>
              </a:rPr>
              <a:t>美国走规模、欧洲赚毛利；本地化是欧洲的隐形门槛</a:t>
            </a:r>
            <a:endParaRPr sz="1550" b="0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0080" y="4014216"/>
            <a:ext cx="1481328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 现金流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95728" y="4014216"/>
            <a:ext cx="9144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1B2430"/>
                </a:solidFill>
                <a:latin typeface="微软雅黑"/>
              </a:rPr>
              <a:t>利润≠现金：备货与回款是跨境电商的生死线</a:t>
            </a:r>
            <a:endParaRPr sz="1550" b="0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" y="5038344"/>
            <a:ext cx="1481328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 格局</a:t>
            </a:r>
            <a:endParaRPr sz="14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95728" y="5038344"/>
            <a:ext cx="9144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50" b="0">
                <a:solidFill>
                  <a:srgbClr val="1B2430"/>
                </a:solidFill>
                <a:latin typeface="微软雅黑"/>
              </a:rPr>
              <a:t>龙头集中度 &lt;3%：细分做深（如目录式长尾品牌）是中小卖家的路</a:t>
            </a:r>
            <a:endParaRPr sz="1550" b="0">
              <a:solidFill>
                <a:srgbClr val="1B243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82296" cy="566928"/>
          </a:xfrm>
          <a:prstGeom prst="rect">
            <a:avLst/>
          </a:prstGeom>
          <a:solidFill>
            <a:srgbClr val="2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F5AA8"/>
                </a:solidFill>
                <a:latin typeface="微软雅黑"/>
              </a:rPr>
              <a:t>PRODUCTIZE · 落地</a:t>
            </a:r>
            <a:endParaRPr sz="1150" b="1">
              <a:solidFill>
                <a:srgbClr val="2F5AA8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sz="2700" b="1">
                <a:solidFill>
                  <a:srgbClr val="1B2430"/>
                </a:solidFill>
                <a:latin typeface="微软雅黑"/>
              </a:rPr>
              <a:t>把结论做成能用的工具：创业决策工作台</a:t>
            </a:r>
            <a:endParaRPr sz="2700" b="1">
              <a:solidFill>
                <a:srgbClr val="1B2430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2057400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671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P1 单位经济测算</a:t>
            </a:r>
            <a:endParaRPr sz="155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148840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单件赚不赚钱？盈亏平衡 ACOS；Case Pack 双方案对比</a:t>
            </a:r>
            <a:endParaRPr sz="14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3017520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P2 选品类助手</a:t>
            </a:r>
            <a:endParaRPr sz="155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3108960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单位经济可行性 + 风险规则 → 能不能做</a:t>
            </a:r>
            <a:endParaRPr sz="14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977639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08736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P3 市场选择器</a:t>
            </a:r>
            <a:endParaRPr sz="155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4069079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规模 / 毛利 / 竞争 / 本地化 加权 → 先做哪个市场</a:t>
            </a:r>
            <a:endParaRPr sz="14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4937759"/>
            <a:ext cx="4572000" cy="8229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474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2F5AA8"/>
                </a:solidFill>
                <a:latin typeface="微软雅黑"/>
              </a:rPr>
              <a:t>P4 经营健康体检</a:t>
            </a:r>
            <a:endParaRPr sz="1550" b="1">
              <a:solidFill>
                <a:srgbClr val="2F5AA8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0" y="5029199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470"/>
                </a:solidFill>
                <a:latin typeface="微软雅黑"/>
              </a:rPr>
              <a:t>输入你的指标 → 对标 5 家上市公司 → 危险信号 + 阶段建议</a:t>
            </a:r>
            <a:endParaRPr sz="140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97B1E"/>
                </a:solidFill>
                <a:latin typeface="微软雅黑"/>
              </a:rPr>
              <a:t>从“看报表”到“能决策”：每一页都基于 5 家公司的真实财务基准</a:t>
            </a:r>
            <a:endParaRPr sz="1250" b="1">
              <a:solidFill>
                <a:srgbClr val="C97B1E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B6470"/>
                </a:solidFill>
                <a:latin typeface="微软雅黑"/>
              </a:rPr>
              <a:t>Xuefei Wang · 2026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5B6470"/>
                </a:solidFill>
                <a:latin typeface="微软雅黑"/>
              </a:rPr>
              <a:t>13 / 13</a:t>
            </a:r>
            <a:endParaRPr sz="950" b="0">
              <a:solidFill>
                <a:srgbClr val="5B6470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1700784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E675E"/>
                </a:solidFill>
              </a:rPr>
              <a:t>▶ 点击进入在线 Demo：</a:t>
            </a:r>
            <a:r>
              <a:rPr sz="1200" b="1">
                <a:solidFill>
                  <a:srgbClr val="0F6B5C"/>
                </a:solidFill>
                <a:hlinkClick r:id="rId2"/>
              </a:rPr>
              <a:t>https://cross-border-analysis.streamlit.app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3684</Words>
  <Application>WPS 文字</Application>
  <PresentationFormat>On-screen Show (4:3)</PresentationFormat>
  <Paragraphs>246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小小</cp:lastModifiedBy>
  <cp:revision>3</cp:revision>
  <dcterms:created xsi:type="dcterms:W3CDTF">2026-09-06T09:33:30Z</dcterms:created>
  <dcterms:modified xsi:type="dcterms:W3CDTF">2026-09-06T09:33:30Z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E6E0DE019BFF0C0FAC239D6AA48F8976_42</vt:lpwstr>
  </property>
  <property fmtid="{D5CDD505-2E9C-101B-9397-08002B2CF9AE}" pid="3" name="KSOProductBuildVer">
    <vt:lpwstr>2052-12.1.21861.21861</vt:lpwstr>
  </property>
</Properties>
</file>