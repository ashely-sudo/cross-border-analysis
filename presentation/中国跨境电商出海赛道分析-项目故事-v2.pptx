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背景：我上一份工作在一家做自有品牌出海的公司做亚马逊运营，卖阀门/管件、实验室仪器、封口机这类偏专业的产品，在售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经营模式：同一类阀门按通径、材质和螺纹标准展开，两通/三通、1/2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负责工作：日常运营及新品选品，通过市场调研、竞品分析和单件 ROI 测算，制定新品定价、广告投入及备货策略。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问题：大部分 SKU 单独核算均为盈利，但亚马逊平台整体表现却不如前几年。→ 为什么“单品盈利”没有转化为“整体增长”？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猜测：① 平台佣金、仓储及履约成本上升  ② 竞争加剧导致广告获客成本提高  ③ 1000+ SKU 铺得过广，资源及库存被长尾 SKU 分散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验证：用上市公司财报和海关官方数据，从平台、行业、企业经营三个层面拆解业务表现。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