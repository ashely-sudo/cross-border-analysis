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 / 出海赛道分析</a:t>
            </a: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  ·  数据分析 / 商业分析 / 产品方向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2026 秋招  ·  项目叙事版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背景：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我上一份工作在一家做自有品牌出海的公司做亚马逊运营，卖阀门/管件、实验室仪器、封口机这类偏专业的产品，在售 SKU 超过 1000 个。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经营模式：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同一类阀门按通径、材质和螺纹标准展开，两通/三通、1/2 到 2 英寸、不锈钢/黄铜/PVC 都会配齐。客户多是工程师、实验室或做自动化改造的人，下单前会核对型号参数。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负责工作：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日常运营及新品选品，通过市场调研、竞品分析和单件 ROI 测算，制定新品定价、广告投入及备货策略。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问题：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大部分 SKU 单独核算均为盈利，但公司在亚马逊平台的整体表现不佳。为什么“单品盈利”没有转化为“整体增长”？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猜测：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① 平台佣金、仓储及履约成本上升；② 竞争加剧导致广告获客成本提高；③ 1000+ SKU 铺得过广，资源及库存被长尾 SKU 分散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验证：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用上市公司财报和海关官方数据，从行业、公司、现金流三个层面拆解业务表现。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赛道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出海这门生意整体还有多大？还在涨吗？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vs 铺货，谁更赚钱、更可持续？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市场/渠道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欧洲怎么选？依赖平台是不是问题？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创业视角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从活下来的公司反推：怎么起步才能活得久、何时该转型？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含义：门槛低、进入多、竞争激烈，也解释“起得快、倒得多”</a:t>
            </a:r>
          </a:p>
        </p:txBody>
      </p:sp>
      <p:pic>
        <p:nvPicPr>
          <p:cNvPr id="5" name="Picture 4" descr="m2_marke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28800"/>
            <a:ext cx="5120640" cy="2499360"/>
          </a:xfrm>
          <a:prstGeom prst="rect">
            <a:avLst/>
          </a:prstGeom>
        </p:spPr>
      </p:pic>
      <p:pic>
        <p:nvPicPr>
          <p:cNvPr id="6" name="Picture 5" descr="m2_export_desti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160520"/>
            <a:ext cx="5120640" cy="2837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支撑数据：这个行业进得有多快、洗牌有多快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体量 · 官方口径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跨境电商主体超 12 万家（约占近 70 万家有进出口记录经营主体的 1/6）；2024 进出口 2.63 万亿、+10.8%。来源：商务部 / 经济日报 2025-02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① · 企查查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2023 注册 5,818 家（+44%）→ 2024 注册 8,598 家（+47%）→ 2025 前 4 月 5,080 家（+173%）；现存 2.89 万家（2025-05）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② · 天眼查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现存超 3.4 万家（2025-09）；2024 新增 7,000+（较 2023 约 +50%）；2025 已新增 1.3 万+；成立不足 1 年的企业占 46.7%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退出 · 可见案例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网经社“死亡名单”：2022 年 31 家 → 2023 年 11 家 → 2024 年 50 家（+354.5%）。仅统计有知名度的倒闭/关停，不是退出总数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口径提醒：官方“主体 12 万”≠工商注册“2.9~3.4 万家”（多数卖家经营范围不含“跨境电商”字样）；企查查/天眼查不能混比；退出无官方逐年统计，故只做定性判断。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</a:p>
        </p:txBody>
      </p:sp>
      <p:pic>
        <p:nvPicPr>
          <p:cNvPr id="5" name="Picture 4" descr="m3_margin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我的经历：上一家公司 1000+ SKU 按规格矩阵做全 —— 第三种路径“目录式长尾品牌”。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</a:p>
        </p:txBody>
      </p:sp>
      <p:pic>
        <p:nvPicPr>
          <p:cNvPr id="5" name="Picture 4" descr="m3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</a:p>
        </p:txBody>
      </p:sp>
      <p:pic>
        <p:nvPicPr>
          <p:cNvPr id="5" name="Picture 4" descr="m3b_anker_cash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02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VALIDATION · 验证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结论之前，我先做三件事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① 数据抽查：安克 2025 营收 305.1 亿 与公开报道核对一致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② 交叉验证：调节表（存货 -20 亿）↔ 资产负债表（存货 +17.6 亿）互相印证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③ 主动声明局限：上市公司是幸存者（幸存者偏差）；欧美细分只有致欧披露；吉宏含包装需看分部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结论只到证据能到的地方：安克备货是主动还是被动？→ 标“待年报附注确认”，不下定论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四个可以带走、也能被追问的判断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1284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① 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0312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44952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② 市场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78224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7939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③ 现金流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69663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11496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1266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④ 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202936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